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790bc825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790bc825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790bc825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790bc825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790bc825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790bc825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790bc825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790bc825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790bc825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790bc825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790bc825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790bc825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790bc825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790bc825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790bc825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790bc825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790bc8257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7790bc825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790bc825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790bc825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790bc825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790bc825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ntonis8.github.io/Probabilistic-Nomogram/example_template/src/front-end/main/" TargetMode="External"/><Relationship Id="rId4" Type="http://schemas.openxmlformats.org/officeDocument/2006/relationships/hyperlink" Target="https://github.com/Antonis8/Probabilistic-Nomogram/blob/main/readme.m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-68500"/>
            <a:ext cx="9144000" cy="11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Probabilistic Nomograms</a:t>
            </a:r>
            <a:endParaRPr sz="3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0" y="515150"/>
            <a:ext cx="4572000" cy="9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25"/>
              <a:t>Level 4 Project</a:t>
            </a:r>
            <a:endParaRPr sz="342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GB" sz="1600"/>
              <a:t>Student: </a:t>
            </a:r>
            <a:r>
              <a:rPr lang="en-GB" sz="1600"/>
              <a:t>Antonios Liles, 2578195L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GB" sz="1600"/>
              <a:t>Supervised by Dr John Williamson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74" y="3567175"/>
            <a:ext cx="2280525" cy="14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1850" y="1079900"/>
            <a:ext cx="4177350" cy="384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Traditional Nomograms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Graphical calculator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Ruler operated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Visualization tool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-"/>
            </a:pPr>
            <a:r>
              <a:rPr b="1" lang="en-GB">
                <a:solidFill>
                  <a:srgbClr val="FF0000"/>
                </a:solidFill>
              </a:rPr>
              <a:t>Exact inputs/outputs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750" y="590063"/>
            <a:ext cx="4448950" cy="41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Probabilistic Nomograms</a:t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2966"/>
            <a:ext cx="3874325" cy="3602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200" y="1155375"/>
            <a:ext cx="4023124" cy="3700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3951150" y="2571750"/>
            <a:ext cx="1241700" cy="53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Background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History: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Devised in 1884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Was used by engineers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Now: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Visualization tool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Medicine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Finance</a:t>
            </a:r>
            <a:endParaRPr/>
          </a:p>
        </p:txBody>
      </p:sp>
      <p:sp>
        <p:nvSpPr>
          <p:cNvPr id="111" name="Google Shape;111;p16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0525" y="902150"/>
            <a:ext cx="4532625" cy="3339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Requirements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729450" y="2078875"/>
            <a:ext cx="3157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story: </a:t>
            </a:r>
            <a:r>
              <a:rPr b="1" lang="en-GB"/>
              <a:t>Nursing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Supplier (vendor)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Operator (nurse)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Viewer (patient)</a:t>
            </a:r>
            <a:endParaRPr/>
          </a:p>
        </p:txBody>
      </p:sp>
      <p:sp>
        <p:nvSpPr>
          <p:cNvPr id="119" name="Google Shape;119;p17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825" y="1894850"/>
            <a:ext cx="468630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4393825" y="1515100"/>
            <a:ext cx="42801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MSCW table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62700" y="5352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4-5. Design/Implementation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0" y="1965075"/>
            <a:ext cx="3157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Choose nomogram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PyNomo generates 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Values + Coordinates extracted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Interactive nomogram generated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Uncertainty: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Noisy circles &amp; lines around input</a:t>
            </a:r>
            <a:endParaRPr b="1"/>
          </a:p>
        </p:txBody>
      </p:sp>
      <p:sp>
        <p:nvSpPr>
          <p:cNvPr id="128" name="Google Shape;128;p18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450" y="1200149"/>
            <a:ext cx="2540150" cy="10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19462" l="0" r="0" t="25310"/>
          <a:stretch/>
        </p:blipFill>
        <p:spPr>
          <a:xfrm>
            <a:off x="6964375" y="1104950"/>
            <a:ext cx="2179624" cy="124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/>
          <p:nvPr/>
        </p:nvSpPr>
        <p:spPr>
          <a:xfrm>
            <a:off x="6462625" y="1436525"/>
            <a:ext cx="444000" cy="464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5">
            <a:alphaModFix/>
          </a:blip>
          <a:srcRect b="17048" l="0" r="-3519" t="24963"/>
          <a:stretch/>
        </p:blipFill>
        <p:spPr>
          <a:xfrm>
            <a:off x="5253575" y="3371300"/>
            <a:ext cx="3211700" cy="1654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6404875" y="2571750"/>
            <a:ext cx="559500" cy="666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655225" y="20170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u="sng">
                <a:solidFill>
                  <a:schemeClr val="hlink"/>
                </a:solidFill>
                <a:hlinkClick r:id="rId3"/>
              </a:rPr>
              <a:t>Live link: </a:t>
            </a:r>
            <a:endParaRPr sz="30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Interactive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Uncertain Input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Uncertain Output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Variable std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Full instructions on </a:t>
            </a:r>
            <a:r>
              <a:rPr lang="en-GB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README file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0" y="534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Evaluation- Simple tasks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404800" y="1441200"/>
            <a:ext cx="3157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N = 9</a:t>
            </a:r>
            <a:endParaRPr b="1" sz="20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Computation &amp; confidence score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Physical vs Probabilistic</a:t>
            </a:r>
            <a:endParaRPr/>
          </a:p>
        </p:txBody>
      </p:sp>
      <p:sp>
        <p:nvSpPr>
          <p:cNvPr id="146" name="Google Shape;146;p20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 b="-15313" l="0" r="-15313" t="0"/>
          <a:stretch/>
        </p:blipFill>
        <p:spPr>
          <a:xfrm>
            <a:off x="291900" y="2893225"/>
            <a:ext cx="4127449" cy="192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1100" y="2040725"/>
            <a:ext cx="5128625" cy="28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0" y="534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Evaluation- </a:t>
            </a:r>
            <a:r>
              <a:rPr lang="en-GB"/>
              <a:t>Uncertain</a:t>
            </a:r>
            <a:r>
              <a:rPr lang="en-GB"/>
              <a:t> tasks</a:t>
            </a:r>
            <a:endParaRPr/>
          </a:p>
        </p:txBody>
      </p:sp>
      <p:sp>
        <p:nvSpPr>
          <p:cNvPr id="154" name="Google Shape;154;p21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202850" y="1604800"/>
            <a:ext cx="42801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-193" r="-1722" t="-1916"/>
          <a:stretch/>
        </p:blipFill>
        <p:spPr>
          <a:xfrm>
            <a:off x="2583650" y="1267000"/>
            <a:ext cx="6249099" cy="35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0" y="534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Evaluation- Uncertain tasks</a:t>
            </a:r>
            <a:endParaRPr/>
          </a:p>
        </p:txBody>
      </p:sp>
      <p:sp>
        <p:nvSpPr>
          <p:cNvPr id="162" name="Google Shape;162;p22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202850" y="1604800"/>
            <a:ext cx="42801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00" y="1350175"/>
            <a:ext cx="8921949" cy="37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0" y="534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Evaluation : Time taken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 txBox="1"/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291900" y="1580975"/>
            <a:ext cx="42801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750" y="1123949"/>
            <a:ext cx="4582450" cy="391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300850" y="5352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8. Summary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169875" y="2055075"/>
            <a:ext cx="3157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Successful</a:t>
            </a:r>
            <a:r>
              <a:rPr lang="en-GB" sz="1800"/>
              <a:t> development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Users enjoyed the software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Noisy results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Building could be simpler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3+ axes?</a:t>
            </a:r>
            <a:endParaRPr sz="1800"/>
          </a:p>
        </p:txBody>
      </p:sp>
      <p:sp>
        <p:nvSpPr>
          <p:cNvPr id="179" name="Google Shape;179;p24"/>
          <p:cNvSpPr txBox="1"/>
          <p:nvPr>
            <p:ph type="title"/>
          </p:nvPr>
        </p:nvSpPr>
        <p:spPr>
          <a:xfrm>
            <a:off x="169875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Dissertation overview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4860100" y="2171550"/>
            <a:ext cx="657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😊</a:t>
            </a:r>
            <a:endParaRPr sz="6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